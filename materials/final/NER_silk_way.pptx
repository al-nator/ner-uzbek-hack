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5" d="100"/>
          <a:sy n="85" d="100"/>
        </p:scale>
        <p:origin x="590" y="53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9EC293-B934-7102-8C58-3235097EBE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D83B06-31DC-7038-4DC9-14D760C18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DC7B3E-9B68-4B49-0CC1-28DD156692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919584-466A-4A84-E876-8E0C1DDD55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F7448-8E84-65F3-2181-AE7DE0AD9F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34A977-AC4C-92EF-6378-E3FC50FCFA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C5432C-9F91-D360-93BA-23B46F3BB1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784939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52096916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118359403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2FE50B7-3E13-4747-973F-7DFD1C3B0770}" type="datetimeFigureOut">
              <a:rPr lang="ru-RU"/>
              <a:t>07.09.2026</a:t>
            </a:fld>
            <a:endParaRPr lang="ru-RU"/>
          </a:p>
        </p:txBody>
      </p:sp>
      <p:sp>
        <p:nvSpPr>
          <p:cNvPr id="1323261341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73813050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10F122-BB04-4385-9C76-B44A16B7555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54669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9942690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9224426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2FE50B7-3E13-4747-973F-7DFD1C3B0770}" type="datetimeFigureOut">
              <a:rPr lang="ru-RU"/>
              <a:t>07.09.2026</a:t>
            </a:fld>
            <a:endParaRPr lang="ru-RU"/>
          </a:p>
        </p:txBody>
      </p:sp>
      <p:sp>
        <p:nvSpPr>
          <p:cNvPr id="1527773163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45663513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10F122-BB04-4385-9C76-B44A16B7555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40021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16486268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491011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2FE50B7-3E13-4747-973F-7DFD1C3B0770}" type="datetimeFigureOut">
              <a:rPr lang="ru-RU"/>
              <a:t>07.09.2026</a:t>
            </a:fld>
            <a:endParaRPr lang="ru-RU"/>
          </a:p>
        </p:txBody>
      </p:sp>
      <p:sp>
        <p:nvSpPr>
          <p:cNvPr id="1336290998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899555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10F122-BB04-4385-9C76-B44A16B7555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33528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32252881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18881395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79842830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2FE50B7-3E13-4747-973F-7DFD1C3B0770}" type="datetimeFigureOut">
              <a:rPr lang="ru-RU"/>
              <a:t>07.09.2026</a:t>
            </a:fld>
            <a:endParaRPr lang="ru-RU"/>
          </a:p>
        </p:txBody>
      </p:sp>
      <p:sp>
        <p:nvSpPr>
          <p:cNvPr id="1295798263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027844768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10F122-BB04-4385-9C76-B44A16B7555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303100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43513907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39923102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2346220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77883819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78621733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2FE50B7-3E13-4747-973F-7DFD1C3B0770}" type="datetimeFigureOut">
              <a:rPr lang="ru-RU"/>
              <a:t>07.09.2026</a:t>
            </a:fld>
            <a:endParaRPr lang="ru-RU"/>
          </a:p>
        </p:txBody>
      </p:sp>
      <p:sp>
        <p:nvSpPr>
          <p:cNvPr id="187568517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0149041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10F122-BB04-4385-9C76-B44A16B7555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759051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9235627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2FE50B7-3E13-4747-973F-7DFD1C3B0770}" type="datetimeFigureOut">
              <a:rPr lang="ru-RU"/>
              <a:t>07.09.2026</a:t>
            </a:fld>
            <a:endParaRPr lang="ru-RU"/>
          </a:p>
        </p:txBody>
      </p:sp>
      <p:sp>
        <p:nvSpPr>
          <p:cNvPr id="729856226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6372443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10F122-BB04-4385-9C76-B44A16B7555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802670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2FE50B7-3E13-4747-973F-7DFD1C3B0770}" type="datetimeFigureOut">
              <a:rPr lang="ru-RU"/>
              <a:t>07.09.2026</a:t>
            </a:fld>
            <a:endParaRPr lang="ru-RU"/>
          </a:p>
        </p:txBody>
      </p:sp>
      <p:sp>
        <p:nvSpPr>
          <p:cNvPr id="2086732664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325987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10F122-BB04-4385-9C76-B44A16B7555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876374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49148290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74356643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05914614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2FE50B7-3E13-4747-973F-7DFD1C3B0770}" type="datetimeFigureOut">
              <a:rPr lang="ru-RU"/>
              <a:t>07.09.2026</a:t>
            </a:fld>
            <a:endParaRPr lang="ru-RU"/>
          </a:p>
        </p:txBody>
      </p:sp>
      <p:sp>
        <p:nvSpPr>
          <p:cNvPr id="686029590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39807850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10F122-BB04-4385-9C76-B44A16B7555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37544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12588546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729853035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28959238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2FE50B7-3E13-4747-973F-7DFD1C3B0770}" type="datetimeFigureOut">
              <a:rPr lang="ru-RU"/>
              <a:t>07.09.2026</a:t>
            </a:fld>
            <a:endParaRPr lang="ru-RU"/>
          </a:p>
        </p:txBody>
      </p:sp>
      <p:sp>
        <p:nvSpPr>
          <p:cNvPr id="1711757503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1910239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10F122-BB04-4385-9C76-B44A16B7555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59830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558958096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05567319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2FE50B7-3E13-4747-973F-7DFD1C3B0770}" type="datetimeFigureOut">
              <a:rPr lang="ru-RU"/>
              <a:t>07.09.2026</a:t>
            </a:fld>
            <a:endParaRPr lang="ru-RU"/>
          </a:p>
        </p:txBody>
      </p:sp>
      <p:sp>
        <p:nvSpPr>
          <p:cNvPr id="127751988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5144050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10F122-BB04-4385-9C76-B44A16B7555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356486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35621585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69186599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2FE50B7-3E13-4747-973F-7DFD1C3B0770}" type="datetimeFigureOut">
              <a:rPr lang="ru-RU"/>
              <a:t>07.09.2026</a:t>
            </a:fld>
            <a:endParaRPr lang="ru-RU"/>
          </a:p>
        </p:txBody>
      </p:sp>
      <p:sp>
        <p:nvSpPr>
          <p:cNvPr id="39752279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65028477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F10F122-BB04-4385-9C76-B44A16B7555B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493409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44132296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472625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2FE50B7-3E13-4747-973F-7DFD1C3B0770}" type="datetimeFigureOut">
              <a:rPr lang="ru-RU"/>
              <a:t>07.09.2026</a:t>
            </a:fld>
            <a:endParaRPr lang="ru-RU"/>
          </a:p>
        </p:txBody>
      </p:sp>
      <p:sp>
        <p:nvSpPr>
          <p:cNvPr id="175096130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933210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F10F122-BB04-4385-9C76-B44A16B7555B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0495592" name="Рисунок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2196511" name="Рисунок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327979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38" y="0"/>
            <a:ext cx="1218552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1522941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38" y="0"/>
            <a:ext cx="1218552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467828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38" y="0"/>
            <a:ext cx="1218552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939140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38" y="0"/>
            <a:ext cx="1218552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39943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38" y="0"/>
            <a:ext cx="1218552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magomed</dc:creator>
  <cp:lastModifiedBy/>
  <cp:revision>2</cp:revision>
  <dcterms:created xsi:type="dcterms:W3CDTF">2026-09-07T01:59:37Z</dcterms:created>
  <dcterms:modified xsi:type="dcterms:W3CDTF">2026-09-07T06:36:51Z</dcterms:modified>
</cp:coreProperties>
</file>